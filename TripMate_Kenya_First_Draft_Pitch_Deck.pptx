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/>
            </a:pPr>
            <a:r>
              <a:t>TripMate Kenya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Discover Kenya. Travel Affordably. Experience More.</a:t>
            </a:r>
          </a:p>
          <a:p>
            <a:pPr>
              <a:spcAft>
                <a:spcPts val="800"/>
              </a:spcAft>
              <a:defRPr sz="2000"/>
            </a:pPr>
            <a:r>
              <a:t>Affordable local travel platform for young Kenyans</a:t>
            </a:r>
          </a:p>
          <a:p>
            <a:pPr>
              <a:spcAft>
                <a:spcPts val="800"/>
              </a:spcAft>
              <a:defRPr sz="2000"/>
            </a:pPr>
            <a:r>
              <a:t>Connecting travelers with unique local experiences</a:t>
            </a:r>
          </a:p>
          <a:p>
            <a:pPr>
              <a:spcAft>
                <a:spcPts val="800"/>
              </a:spcAft>
              <a:defRPr sz="2000"/>
            </a:pPr>
            <a:r>
              <a:t>Presented by: Quinter Moraa Ondoro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Many young Kenyans want to travel but face:</a:t>
            </a:r>
          </a:p>
          <a:p>
            <a:pPr>
              <a:spcAft>
                <a:spcPts val="800"/>
              </a:spcAft>
              <a:defRPr sz="2000"/>
            </a:pPr>
            <a:r>
              <a:t>• High travel and accommodation costs</a:t>
            </a:r>
          </a:p>
          <a:p>
            <a:pPr>
              <a:spcAft>
                <a:spcPts val="800"/>
              </a:spcAft>
              <a:defRPr sz="2000"/>
            </a:pPr>
            <a:r>
              <a:t>• Difficulty discovering affordable destinations</a:t>
            </a:r>
          </a:p>
          <a:p>
            <a:pPr>
              <a:spcAft>
                <a:spcPts val="800"/>
              </a:spcAft>
              <a:defRPr sz="2000"/>
            </a:pPr>
            <a:r>
              <a:t>• Limited information about lesser-known attractions</a:t>
            </a:r>
          </a:p>
          <a:p>
            <a:pPr>
              <a:spcAft>
                <a:spcPts val="800"/>
              </a:spcAft>
              <a:defRPr sz="2000"/>
            </a:pPr>
            <a:r>
              <a:t>• Lack of convenient ways to find local experiences</a:t>
            </a:r>
          </a:p>
          <a:p>
            <a:pPr>
              <a:spcAft>
                <a:spcPts val="800"/>
              </a:spcAft>
              <a:defRPr sz="2000"/>
            </a:pPr>
            <a:r>
              <a:t>• Local tourism businesses struggling to reach young travelers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TripMate Kenya is a digital platform that makes local travel easier and more affordable.</a:t>
            </a:r>
          </a:p>
          <a:p>
            <a:pPr>
              <a:spcAft>
                <a:spcPts val="800"/>
              </a:spcAft>
              <a:defRPr sz="2000"/>
            </a:pPr>
            <a:r>
              <a:t>• Discover affordable destinations</a:t>
            </a:r>
          </a:p>
          <a:p>
            <a:pPr>
              <a:spcAft>
                <a:spcPts val="800"/>
              </a:spcAft>
              <a:defRPr sz="2000"/>
            </a:pPr>
            <a:r>
              <a:t>• Find local tour guides and experiences</a:t>
            </a:r>
          </a:p>
          <a:p>
            <a:pPr>
              <a:spcAft>
                <a:spcPts val="800"/>
              </a:spcAft>
              <a:defRPr sz="2000"/>
            </a:pPr>
            <a:r>
              <a:t>• Compare prices</a:t>
            </a:r>
          </a:p>
          <a:p>
            <a:pPr>
              <a:spcAft>
                <a:spcPts val="800"/>
              </a:spcAft>
              <a:defRPr sz="2000"/>
            </a:pPr>
            <a:r>
              <a:t>• Plan trips</a:t>
            </a:r>
          </a:p>
          <a:p>
            <a:pPr>
              <a:spcAft>
                <a:spcPts val="800"/>
              </a:spcAft>
              <a:defRPr sz="2000"/>
            </a:pPr>
            <a:r>
              <a:t>• Connect with local tourism businesses</a:t>
            </a:r>
          </a:p>
          <a:p>
            <a:pPr>
              <a:spcAft>
                <a:spcPts val="800"/>
              </a:spcAft>
              <a:defRPr sz="2000"/>
            </a:pPr>
            <a:r>
              <a:t>• Discover hidden gems across Kenya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Our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TripMate Kenya will offer:</a:t>
            </a:r>
          </a:p>
          <a:p>
            <a:pPr>
              <a:spcAft>
                <a:spcPts val="800"/>
              </a:spcAft>
              <a:defRPr sz="2000"/>
            </a:pPr>
            <a:r>
              <a:t>• Destination discovery</a:t>
            </a:r>
          </a:p>
          <a:p>
            <a:pPr>
              <a:spcAft>
                <a:spcPts val="800"/>
              </a:spcAft>
              <a:defRPr sz="2000"/>
            </a:pPr>
            <a:r>
              <a:t>• Trip planning</a:t>
            </a:r>
          </a:p>
          <a:p>
            <a:pPr>
              <a:spcAft>
                <a:spcPts val="800"/>
              </a:spcAft>
              <a:defRPr sz="2000"/>
            </a:pPr>
            <a:r>
              <a:t>• Budget-friendly travel options</a:t>
            </a:r>
          </a:p>
          <a:p>
            <a:pPr>
              <a:spcAft>
                <a:spcPts val="800"/>
              </a:spcAft>
              <a:defRPr sz="2000"/>
            </a:pPr>
            <a:r>
              <a:t>• Local guides</a:t>
            </a:r>
          </a:p>
          <a:p>
            <a:pPr>
              <a:spcAft>
                <a:spcPts val="800"/>
              </a:spcAft>
              <a:defRPr sz="2000"/>
            </a:pPr>
            <a:r>
              <a:t>• Cultural and nature experiences</a:t>
            </a:r>
          </a:p>
          <a:p>
            <a:pPr>
              <a:spcAft>
                <a:spcPts val="800"/>
              </a:spcAft>
              <a:defRPr sz="2000"/>
            </a:pPr>
            <a:r>
              <a:t>• Reviews and ratings</a:t>
            </a:r>
          </a:p>
          <a:p>
            <a:pPr>
              <a:spcAft>
                <a:spcPts val="800"/>
              </a:spcAft>
              <a:defRPr sz="2000"/>
            </a:pPr>
            <a:r>
              <a:t>• Booking and inquiry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Primary customers:</a:t>
            </a:r>
          </a:p>
          <a:p>
            <a:pPr>
              <a:spcAft>
                <a:spcPts val="800"/>
              </a:spcAft>
              <a:defRPr sz="2000"/>
            </a:pPr>
            <a:r>
              <a:t>• Kenyan youth aged 18–35</a:t>
            </a:r>
          </a:p>
          <a:p>
            <a:pPr>
              <a:spcAft>
                <a:spcPts val="800"/>
              </a:spcAft>
              <a:defRPr sz="2000"/>
            </a:pPr>
            <a:r>
              <a:t>• University and college students</a:t>
            </a:r>
          </a:p>
          <a:p>
            <a:pPr>
              <a:spcAft>
                <a:spcPts val="800"/>
              </a:spcAft>
              <a:defRPr sz="2000"/>
            </a:pPr>
            <a:r>
              <a:t>• Young professionals</a:t>
            </a:r>
          </a:p>
          <a:p>
            <a:pPr>
              <a:spcAft>
                <a:spcPts val="800"/>
              </a:spcAft>
              <a:defRPr sz="2000"/>
            </a:pPr>
            <a:r>
              <a:t>• Budget-conscious travelers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Secondary customers:</a:t>
            </a:r>
          </a:p>
          <a:p>
            <a:pPr>
              <a:spcAft>
                <a:spcPts val="800"/>
              </a:spcAft>
              <a:defRPr sz="2000"/>
            </a:pPr>
            <a:r>
              <a:t>• Local tour guides</a:t>
            </a:r>
          </a:p>
          <a:p>
            <a:pPr>
              <a:spcAft>
                <a:spcPts val="800"/>
              </a:spcAft>
              <a:defRPr sz="2000"/>
            </a:pPr>
            <a:r>
              <a:t>• Small tourism businesses</a:t>
            </a:r>
          </a:p>
          <a:p>
            <a:pPr>
              <a:spcAft>
                <a:spcPts val="800"/>
              </a:spcAft>
              <a:defRPr sz="2000"/>
            </a:pPr>
            <a:r>
              <a:t>• Community-based tourism organizations</a:t>
            </a:r>
          </a:p>
          <a:p>
            <a:pPr>
              <a:spcAft>
                <a:spcPts val="800"/>
              </a:spcAft>
              <a:defRPr sz="2000"/>
            </a:pPr>
            <a:r>
              <a:t>• Experience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Kenya has many tourism attractions, but travelers do not always know about affordable or lesser-known destinations.</a:t>
            </a:r>
          </a:p>
          <a:p>
            <a:pPr>
              <a:spcAft>
                <a:spcPts val="800"/>
              </a:spcAft>
              <a:defRPr sz="2000"/>
            </a:pPr>
            <a:r>
              <a:t>TripMate will focus on:</a:t>
            </a:r>
          </a:p>
          <a:p>
            <a:pPr>
              <a:spcAft>
                <a:spcPts val="800"/>
              </a:spcAft>
              <a:defRPr sz="2000"/>
            </a:pPr>
            <a:r>
              <a:t>• Domestic tourism</a:t>
            </a:r>
          </a:p>
          <a:p>
            <a:pPr>
              <a:spcAft>
                <a:spcPts val="800"/>
              </a:spcAft>
              <a:defRPr sz="2000"/>
            </a:pPr>
            <a:r>
              <a:t>• Affordable travel</a:t>
            </a:r>
          </a:p>
          <a:p>
            <a:pPr>
              <a:spcAft>
                <a:spcPts val="800"/>
              </a:spcAft>
              <a:defRPr sz="2000"/>
            </a:pPr>
            <a:r>
              <a:t>• Experiential tourism</a:t>
            </a:r>
          </a:p>
          <a:p>
            <a:pPr>
              <a:spcAft>
                <a:spcPts val="800"/>
              </a:spcAft>
              <a:defRPr sz="2000"/>
            </a:pPr>
            <a:r>
              <a:t>• Cultural tourism</a:t>
            </a:r>
          </a:p>
          <a:p>
            <a:pPr>
              <a:spcAft>
                <a:spcPts val="800"/>
              </a:spcAft>
              <a:defRPr sz="2000"/>
            </a:pPr>
            <a:r>
              <a:t>• Weekend trips</a:t>
            </a:r>
          </a:p>
          <a:p>
            <a:pPr>
              <a:spcAft>
                <a:spcPts val="800"/>
              </a:spcAft>
              <a:defRPr sz="2000"/>
            </a:pPr>
            <a:r>
              <a:t>• Community-based tourism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How TripMate Makes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1. Booking commissions — earn a small percentage from confirmed bookings.</a:t>
            </a:r>
          </a:p>
          <a:p>
            <a:pPr>
              <a:spcAft>
                <a:spcPts val="800"/>
              </a:spcAft>
              <a:defRPr sz="2000"/>
            </a:pPr>
            <a:r>
              <a:t>2. Business listings — tourism businesses can pay for premium visibility.</a:t>
            </a:r>
          </a:p>
          <a:p>
            <a:pPr>
              <a:spcAft>
                <a:spcPts val="800"/>
              </a:spcAft>
              <a:defRPr sz="2000"/>
            </a:pPr>
            <a:r>
              <a:t>3. Featured destinations — businesses can promote their experiences.</a:t>
            </a:r>
          </a:p>
          <a:p>
            <a:pPr>
              <a:spcAft>
                <a:spcPts val="800"/>
              </a:spcAft>
              <a:defRPr sz="2000"/>
            </a:pPr>
            <a:r>
              <a:t>4. Partnerships — work with tourism organizations and travel-related brands.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For travelers: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SEARCH → DISCOVER → COMPARE → PLAN → BOOK → EXPERIENCE → REVIEW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</a:t>
            </a:r>
          </a:p>
          <a:p>
            <a:pPr>
              <a:spcAft>
                <a:spcPts val="800"/>
              </a:spcAft>
              <a:defRPr sz="2000"/>
            </a:pPr>
            <a:r>
              <a:t>A university student enters a budget, discovers available destinations, compares experiences, and chooses an affordable trip to book or contact the provider.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Existing alternatives:</a:t>
            </a:r>
          </a:p>
          <a:p>
            <a:pPr>
              <a:spcAft>
                <a:spcPts val="800"/>
              </a:spcAft>
              <a:defRPr sz="2000"/>
            </a:pPr>
            <a:r>
              <a:t>• Traditional travel agencies</a:t>
            </a:r>
          </a:p>
          <a:p>
            <a:pPr>
              <a:spcAft>
                <a:spcPts val="800"/>
              </a:spcAft>
              <a:defRPr sz="2000"/>
            </a:pPr>
            <a:r>
              <a:t>• Social media travel pages</a:t>
            </a:r>
          </a:p>
          <a:p>
            <a:pPr>
              <a:spcAft>
                <a:spcPts val="800"/>
              </a:spcAft>
              <a:defRPr sz="2000"/>
            </a:pPr>
            <a:r>
              <a:t>• General online booking platforms</a:t>
            </a:r>
          </a:p>
          <a:p>
            <a:pPr>
              <a:spcAft>
                <a:spcPts val="800"/>
              </a:spcAft>
              <a:defRPr sz="2000"/>
            </a:pPr>
            <a:r>
              <a:t>• Word-of-mouth recommendations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Our advantage:</a:t>
            </a:r>
          </a:p>
          <a:p>
            <a:pPr>
              <a:spcAft>
                <a:spcPts val="800"/>
              </a:spcAft>
              <a:defRPr sz="2000"/>
            </a:pPr>
            <a:r>
              <a:t>TripMate focuses specifically on affordable local experiences for young Kenyan travelers, bringing destinations, guides, experiences and budget information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We will reach customers through:</a:t>
            </a:r>
          </a:p>
          <a:p>
            <a:pPr>
              <a:spcAft>
                <a:spcPts val="800"/>
              </a:spcAft>
              <a:defRPr sz="2000"/>
            </a:pPr>
            <a:r>
              <a:t>• TikTok travel videos</a:t>
            </a:r>
          </a:p>
          <a:p>
            <a:pPr>
              <a:spcAft>
                <a:spcPts val="800"/>
              </a:spcAft>
              <a:defRPr sz="2000"/>
            </a:pPr>
            <a:r>
              <a:t>• Instagram and Facebook</a:t>
            </a:r>
          </a:p>
          <a:p>
            <a:pPr>
              <a:spcAft>
                <a:spcPts val="800"/>
              </a:spcAft>
              <a:defRPr sz="2000"/>
            </a:pPr>
            <a:r>
              <a:t>• University partnerships</a:t>
            </a:r>
          </a:p>
          <a:p>
            <a:pPr>
              <a:spcAft>
                <a:spcPts val="800"/>
              </a:spcAft>
              <a:defRPr sz="2000"/>
            </a:pPr>
            <a:r>
              <a:t>• Travel influencers</a:t>
            </a:r>
          </a:p>
          <a:p>
            <a:pPr>
              <a:spcAft>
                <a:spcPts val="800"/>
              </a:spcAft>
              <a:defRPr sz="2000"/>
            </a:pPr>
            <a:r>
              <a:t>• Referral programs</a:t>
            </a:r>
          </a:p>
          <a:p>
            <a:pPr>
              <a:spcAft>
                <a:spcPts val="800"/>
              </a:spcAft>
              <a:defRPr sz="2000"/>
            </a:pPr>
            <a:r>
              <a:t>• Student ambassadors</a:t>
            </a:r>
          </a:p>
          <a:p>
            <a:pPr>
              <a:spcAft>
                <a:spcPts val="800"/>
              </a:spcAft>
              <a:defRPr sz="2000"/>
            </a:pPr>
            <a:r>
              <a:t>• Short-form destination content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Message: “You don't need to travel far or spend a lot to experience Kenya.”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Team &amp; Future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Founder: Quinter Moraa Ondoro</a:t>
            </a:r>
          </a:p>
          <a:p>
            <a:pPr>
              <a:spcAft>
                <a:spcPts val="800"/>
              </a:spcAft>
              <a:defRPr sz="2000"/>
            </a:pPr>
            <a:r>
              <a:t>• Tours and Travel Management background</a:t>
            </a:r>
          </a:p>
          <a:p>
            <a:pPr>
              <a:spcAft>
                <a:spcPts val="800"/>
              </a:spcAft>
              <a:defRPr sz="2000"/>
            </a:pPr>
            <a:r>
              <a:t>• Interest in tourism and technology</a:t>
            </a:r>
          </a:p>
          <a:p>
            <a:pPr>
              <a:spcAft>
                <a:spcPts val="800"/>
              </a:spcAft>
              <a:defRPr sz="2000"/>
            </a:pPr>
            <a:r>
              <a:t>• Understanding of young travelers' needs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Future team:</a:t>
            </a:r>
          </a:p>
          <a:p>
            <a:pPr>
              <a:spcAft>
                <a:spcPts val="800"/>
              </a:spcAft>
              <a:defRPr sz="2000"/>
            </a:pPr>
            <a:r>
              <a:t>• Software developer</a:t>
            </a:r>
          </a:p>
          <a:p>
            <a:pPr>
              <a:spcAft>
                <a:spcPts val="800"/>
              </a:spcAft>
              <a:defRPr sz="2000"/>
            </a:pPr>
            <a:r>
              <a:t>• Marketing specialist</a:t>
            </a:r>
          </a:p>
          <a:p>
            <a:pPr>
              <a:spcAft>
                <a:spcPts val="800"/>
              </a:spcAft>
              <a:defRPr sz="2000"/>
            </a:pPr>
            <a:r>
              <a:t>• Tourism/partnerships manager</a:t>
            </a:r>
          </a:p>
          <a:p>
            <a:pPr>
              <a:spcAft>
                <a:spcPts val="800"/>
              </a:spcAft>
              <a:defRPr sz="2000"/>
            </a:pPr>
            <a:r>
              <a:t>• Customer support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Growth: Start with selected destinations in western Kenya, then expand across Kenya and East Africa.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The Ask /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VISION</a:t>
            </a:r>
          </a:p>
          <a:p>
            <a:pPr>
              <a:spcAft>
                <a:spcPts val="800"/>
              </a:spcAft>
              <a:defRPr sz="2000"/>
            </a:pPr>
            <a:r>
              <a:t>To become Kenya's go-to platform for affordable and authentic local travel experiences.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are looking for:</a:t>
            </a:r>
          </a:p>
          <a:p>
            <a:pPr>
              <a:spcAft>
                <a:spcPts val="800"/>
              </a:spcAft>
              <a:defRPr sz="2000"/>
            </a:pPr>
            <a:r>
              <a:t>• Technology support</a:t>
            </a:r>
          </a:p>
          <a:p>
            <a:pPr>
              <a:spcAft>
                <a:spcPts val="800"/>
              </a:spcAft>
              <a:defRPr sz="2000"/>
            </a:pPr>
            <a:r>
              <a:t>• Tourism partnerships</a:t>
            </a:r>
          </a:p>
          <a:p>
            <a:pPr>
              <a:spcAft>
                <a:spcPts val="800"/>
              </a:spcAft>
              <a:defRPr sz="2000"/>
            </a:pPr>
            <a:r>
              <a:t>• Local experience providers</a:t>
            </a:r>
          </a:p>
          <a:p>
            <a:pPr>
              <a:spcAft>
                <a:spcPts val="800"/>
              </a:spcAft>
              <a:defRPr sz="2000"/>
            </a:pPr>
            <a:r>
              <a:t>• Marketing partnerships</a:t>
            </a:r>
          </a:p>
          <a:p>
            <a:pPr>
              <a:spcAft>
                <a:spcPts val="800"/>
              </a:spcAft>
              <a:defRPr sz="2000"/>
            </a:pPr>
            <a:r>
              <a:t>• Early users and testers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TRIPMATE KENYA</a:t>
            </a:r>
          </a:p>
          <a:p>
            <a:pPr>
              <a:spcAft>
                <a:spcPts val="800"/>
              </a:spcAft>
              <a:defRPr sz="2000"/>
            </a:pPr>
            <a:r>
              <a:t>Discover Kenya. Travel Affordably. Experience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