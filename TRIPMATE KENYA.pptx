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TripMate Kenya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Revolutionizing Domestic &amp; Gen Z Travel Through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Tagline: Discover Kenya. Connect. Travel Smarter.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Founder &amp; Lead Developer: Quinter Moraa Ondoro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Location: Kisii / Nairobi, Kenya |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2: The Problem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Challenges Facing Young Domestic Travelers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Fragmented Planning: Spending 5+ hours cross-referencing TikTok, blogs, and WhatsApp.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Chaotic Group Logistics: Unpaid split bills, manual calculations, and payment delays.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Overpriced Middlemen: Up to 35% markups from traditional agencies.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Unseen Local Gems: Community staycations lack digital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3: The Solution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An All-In-One Social &amp; Booking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Smart Curated Hub: Personalised itineraries tailored to budget and eco-preferences.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Native Group Split-Pay: Integrated MPesa wallet for real-time expense sharing.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Verified SME Marketplace: Direct listings with local guides with zero hidden fees.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Social Travel Match: Connect with verified peer travelers heading to similar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4: Target Market &amp; Persona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Primary Focus: Gen Z &amp; Millennial Explorers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Demographics: Tech-savvy youth aged 18–35 in Nairobi, Kisii, Mombasa, and Nakuru.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Core Need: Transparent 'Under KES 5,000' weekend getaways.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Key Motivation: Peer recommendations, authentic experiences, and social sharing.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5: Market Opportunity &amp; Kenya Tourism Stats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Proven Local and Sector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5.15 Million Domestic Bed Nights recorded (Strong internal travel market).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KES 452.2 Billion Inbound Earnings across 2.39M international arrivals.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118% Mobile Penetration: 66M+ mobile connections driving app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6: Business &amp; Revenue Model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Diversified Monetization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Booking Commissions: 10%–12% take rate on stays and guided experiences.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SME Subscriptions: KES 2,500/month flat fee for featured business placement.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In-App Brand Partnerships: Sponsored posts for gear brands &amp; local venues.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TripMate Plus: KES 300/month premium subscription for offline maps &amp; zero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7: Competition Comparison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Positioned for Youth &amp; Group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TripMate Kenya: Gen Z domestic focus, native MPesa group split pay, budget-friendly.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Traditional Agencies: Safari focused, high agent fees, manual payments.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Global Platforms (Airbnb/Booking): Hotel/stay focused, no group split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8: Marketing &amp; User Acquisition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4-Step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1. Micro-Influencer Campaigns: TikTok/Instagram #TembeaKenya challenges.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2. Campus Ambassador Network: Student leaders at Kisii Univ, UoN, KU, and Strathmore.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3. Community Challenges: 'Weekend Under KES 5k' user content contests.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4. Mobility Partners: Strategic deals with SGR and regional shuttle operators.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9: The Team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Execution &amp; Growth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Quinter Moraa Ondoro — Founder &amp; Lead Developer (Strategy &amp; Engineering)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Co-Founder &amp; CTO (Mobile Architecture &amp; Systems)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Head of Marketing &amp; Growth (Campus Networks &amp; Community)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Operations &amp; Partner Lead (Vendor Onboarding &amp; Finance)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10: Launch Budget &amp; Year 1 Targets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Financial Allocation &amp; Growth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Budget Allocation (Total: KES 1,500,000):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 - 40% (KES 600,000) App Development &amp; Infrastructure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 - 30% (KES 450,000) User Acquisition &amp; Marketing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 - 20% (KES 300,000) SME Onboarding &amp; Legal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 - 10% (KES 150,000) Contingency Reserve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Year 1 Targets: 50,000+ Downloads | 250+ SME Vendors | KES 12M GBV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11: The Ask / Closing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Join Us in Digitizing Kenya Domestic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Funding Ask: KES 1,500,000 Seed Capital / Grant.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Use of Funds: App release, university campaigns, and onboarding 200+ SMEs across 10 counties.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Contact: quinter@tripmate.co.ke | +254 700 000 000 | www.tripmate.co.ke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6D51"/>
                </a:solidFill>
              </a:defRPr>
            </a:pPr>
            <a:r>
              <a:t>Slide 12: Data Sources &amp; References</a:t>
            </a:r>
          </a:p>
          <a:p>
            <a:pPr>
              <a:defRPr sz="1600">
                <a:solidFill>
                  <a:srgbClr val="4A6B5D"/>
                </a:solidFill>
              </a:defRPr>
            </a:pPr>
            <a:r>
              <a:t>Grounded in Sector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Tourism Research Institute (TRI) &amp; Ministry of Tourism Performance Reports.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Communications Authority of Kenya (CA) Mobile Statistics Report.</a:t>
            </a:r>
          </a:p>
          <a:p>
            <a:pPr>
              <a:spcAft>
                <a:spcPts val="1400"/>
              </a:spcAft>
              <a:defRPr sz="1800">
                <a:solidFill>
                  <a:srgbClr val="2C2C2C"/>
                </a:solidFill>
              </a:defRPr>
            </a:pPr>
            <a:r>
              <a:t>• DataReportal Kenya Digital Sector Overview.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